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5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0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8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8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5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9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2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5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1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9789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7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368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27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6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6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5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7553" y="1113885"/>
            <a:ext cx="6843409" cy="9143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REINFORCEMENT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CUSTOMER CHURN PREDICTION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39319" y="4275306"/>
            <a:ext cx="2636196" cy="1016541"/>
          </a:xfrm>
        </p:spPr>
        <p:txBody>
          <a:bodyPr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KAVIYA C</a:t>
            </a:r>
            <a:endParaRPr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DADS[July]</a:t>
            </a:r>
          </a:p>
          <a:p>
            <a:pPr algn="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10/11/2025</a:t>
            </a:r>
            <a:endParaRPr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605" y="712381"/>
            <a:ext cx="8229600" cy="600851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952"/>
            <a:ext cx="8229600" cy="501721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often lose customers due to churn, impacting revenue.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churn helps in proactive retention strategies.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10000 rows and 12 columns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Credit Score, Age, Balance, Products, Churn status.</a:t>
            </a:r>
          </a:p>
          <a:p>
            <a:pPr marL="0" indent="0" algn="just">
              <a:lnSpc>
                <a:spcPct val="150000"/>
              </a:lnSpc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machine learning model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which customers are likely to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286" y="731837"/>
            <a:ext cx="6589199" cy="54320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capturing demographics, account details, and churn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D7A1A-8E64-473A-9595-0B25EBDC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149" y="2409385"/>
            <a:ext cx="5188562" cy="35390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055" y="741566"/>
            <a:ext cx="8229600" cy="79540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missing/null values.</a:t>
            </a: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 Customer ID column.</a:t>
            </a: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features: Gender mapped, Country label encoded.</a:t>
            </a: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outliers in Credit Score, Age, Number of Products using IQR.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694" y="702654"/>
            <a:ext cx="8229600" cy="64949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2144"/>
            <a:ext cx="8229600" cy="4774019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Histograms and boxplots for numerical features, count plots for categorical features.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and bar charts for feature vs Churn.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relationships among numerical features.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D415C3-1CA8-4FE0-9121-9730341D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5" y="599680"/>
            <a:ext cx="3245925" cy="23981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7F4637-B49D-48A1-8E19-BEE942CD35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2" t="5247" r="1135"/>
          <a:stretch/>
        </p:blipFill>
        <p:spPr>
          <a:xfrm>
            <a:off x="4679004" y="522875"/>
            <a:ext cx="3646515" cy="26173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105AEE-682D-4AC0-97E2-5DF03E59A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132" y="3429001"/>
            <a:ext cx="3300252" cy="267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3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95191"/>
            <a:ext cx="8229600" cy="45120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591" y="1194238"/>
            <a:ext cx="7286018" cy="51871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Recall,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0783" y="711748"/>
            <a:ext cx="8229600" cy="678673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AE5DF8-4C70-4D82-94CF-063D0628E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608" y="1390421"/>
            <a:ext cx="4077269" cy="3038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649113-5E32-40CE-AA9A-CB57649C8439}"/>
              </a:ext>
            </a:extLst>
          </p:cNvPr>
          <p:cNvSpPr txBox="1"/>
          <p:nvPr/>
        </p:nvSpPr>
        <p:spPr>
          <a:xfrm>
            <a:off x="1190949" y="486643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Performing Model is Random Forest with the highest Accuracy 0.85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2B477B4-1387-44DC-8056-F606FB5C2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61" y="823913"/>
            <a:ext cx="7406671" cy="478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82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872" y="751294"/>
            <a:ext cx="8229600" cy="717583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025" y="1575882"/>
            <a:ext cx="8229600" cy="3025301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EDA, and model training provided insights into churn patterns.</a:t>
            </a:r>
          </a:p>
          <a:p>
            <a:pPr lvl="1"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best with high accuracy and balanced precision-recall.</a:t>
            </a:r>
          </a:p>
          <a:p>
            <a:pPr lvl="1"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Improvements: Include behavioral data, try advanced ensemble models, fine-tune hyperparameters.</a:t>
            </a:r>
          </a:p>
          <a:p>
            <a:pPr lvl="1"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Steps: Deploy model for real-time predictions, design targeted retention strategies, monitor performance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</TotalTime>
  <Words>276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Wisp</vt:lpstr>
      <vt:lpstr>MACHINE LEARNING REINFORCEMENT  BANK CUSTOMER CHURN PREDICTION</vt:lpstr>
      <vt:lpstr>INTRODUCTION</vt:lpstr>
      <vt:lpstr>DATA UNDERSTANDING</vt:lpstr>
      <vt:lpstr>DATA CLEANING</vt:lpstr>
      <vt:lpstr>EXPLORATORY DATA ANALYSIS (EDA)</vt:lpstr>
      <vt:lpstr>PowerPoint Presentation</vt:lpstr>
      <vt:lpstr>MODELING PROCESS</vt:lpstr>
      <vt:lpstr>MODEL COMPARISON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REINFORCEMENT  BANK CUSTOMER CHURN PREDICTION</dc:title>
  <dc:subject/>
  <dc:creator>Hxtreme</dc:creator>
  <cp:keywords/>
  <dc:description>generated using python-pptx</dc:description>
  <cp:lastModifiedBy>Hxtreme</cp:lastModifiedBy>
  <cp:revision>6</cp:revision>
  <dcterms:created xsi:type="dcterms:W3CDTF">2013-01-27T09:14:16Z</dcterms:created>
  <dcterms:modified xsi:type="dcterms:W3CDTF">2025-11-11T00:31:07Z</dcterms:modified>
  <cp:category/>
</cp:coreProperties>
</file>